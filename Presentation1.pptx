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8" r:id="rId2"/>
    <p:sldId id="259" r:id="rId3"/>
    <p:sldId id="257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49" d="100"/>
          <a:sy n="49" d="100"/>
        </p:scale>
        <p:origin x="66" y="1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0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8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19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769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961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6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44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71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271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313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478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765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330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00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9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325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25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80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88F5-2CF2-4283-AAD9-C173D7E8EA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0618" y="1775883"/>
            <a:ext cx="7969995" cy="1767417"/>
          </a:xfrm>
        </p:spPr>
        <p:txBody>
          <a:bodyPr/>
          <a:lstStyle/>
          <a:p>
            <a:r>
              <a:rPr lang="en-IE" dirty="0"/>
              <a:t>Rhythm Catch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4736DB3-BEC0-4B2E-8EA8-8A7175C15D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426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E637E-2372-4CBF-88B3-C42341914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8D1C5-7096-44F8-AFA0-38A8461B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Game will have </a:t>
            </a:r>
            <a:r>
              <a:rPr lang="en-IE" dirty="0" err="1"/>
              <a:t>have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1799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0069-116B-440E-9BB3-A19FAEDE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30 </a:t>
            </a:r>
            <a:r>
              <a:rPr lang="en-IE"/>
              <a:t>second gameplay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BAE2F-D10B-49ED-9D8F-7B6FB6D3F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6290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DE75-CD80-416C-B036-B96EC8BC6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Pillars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03108-19B6-4455-AD81-9B3B3B86A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86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4BE3-F3E2-4816-9D5F-4E7F8F69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Features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41FB3-98B4-44C5-9ADA-93963904B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57497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7</TotalTime>
  <Words>14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Ion Boardroom</vt:lpstr>
      <vt:lpstr>Rhythm Catch </vt:lpstr>
      <vt:lpstr>Elevator pitch </vt:lpstr>
      <vt:lpstr>30 second gameplay loop</vt:lpstr>
      <vt:lpstr>Pillars </vt:lpstr>
      <vt:lpstr>Features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(Student) - Joshua Boyce Hyland</cp:lastModifiedBy>
  <cp:revision>4</cp:revision>
  <dcterms:created xsi:type="dcterms:W3CDTF">2021-11-26T12:16:54Z</dcterms:created>
  <dcterms:modified xsi:type="dcterms:W3CDTF">2021-11-26T13:30:04Z</dcterms:modified>
</cp:coreProperties>
</file>
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32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20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431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726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662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01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552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505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025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693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940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3379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8320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3765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3238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0557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6038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612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717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70069-116B-440E-9BB3-A19FAEDE9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30 </a:t>
            </a:r>
            <a:r>
              <a:rPr lang="en-IE"/>
              <a:t>second gameplay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BAE2F-D10B-49ED-9D8F-7B6FB6D3F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7629027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3</TotalTime>
  <Words>4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Century Gothic</vt:lpstr>
      <vt:lpstr>Wingdings 3</vt:lpstr>
      <vt:lpstr>Ion Boardroom</vt:lpstr>
      <vt:lpstr>30 second gameplay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(Student) - Dean Flood</cp:lastModifiedBy>
  <cp:revision>3</cp:revision>
  <dcterms:created xsi:type="dcterms:W3CDTF">2021-11-26T12:16:54Z</dcterms:created>
  <dcterms:modified xsi:type="dcterms:W3CDTF">2021-11-26T13:21:06Z</dcterms:modified>
</cp:coreProperties>
</file>
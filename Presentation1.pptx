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2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32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673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35254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3054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2057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409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8875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54889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065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5688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6208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7716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46867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815316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55543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25766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7715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509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4016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  <p:sldLayoutId id="2147483709" r:id="rId7"/>
    <p:sldLayoutId id="2147483710" r:id="rId8"/>
    <p:sldLayoutId id="2147483711" r:id="rId9"/>
    <p:sldLayoutId id="2147483712" r:id="rId10"/>
    <p:sldLayoutId id="2147483713" r:id="rId11"/>
    <p:sldLayoutId id="2147483714" r:id="rId12"/>
    <p:sldLayoutId id="2147483715" r:id="rId13"/>
    <p:sldLayoutId id="2147483716" r:id="rId14"/>
    <p:sldLayoutId id="2147483717" r:id="rId15"/>
    <p:sldLayoutId id="2147483718" r:id="rId16"/>
    <p:sldLayoutId id="2147483719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Rhythm Catch </a:t>
            </a:r>
            <a:br>
              <a:rPr lang="en-US" dirty="0"/>
            </a:b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A8B23-017C-4302-A709-B860AF157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Elevator pitch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363BD4-8280-4556-BB69-286432978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47222015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</TotalTime>
  <Words>5</Words>
  <Application>Microsoft Office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Century Gothic</vt:lpstr>
      <vt:lpstr>Wingdings 3</vt:lpstr>
      <vt:lpstr>Ion Boardroom</vt:lpstr>
      <vt:lpstr>Rhythm Catch  </vt:lpstr>
      <vt:lpstr>Elevator pitch 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(Student) - Joshua Boyce Hyland</cp:lastModifiedBy>
  <cp:revision>5</cp:revision>
  <dcterms:created xsi:type="dcterms:W3CDTF">2021-11-26T12:16:54Z</dcterms:created>
  <dcterms:modified xsi:type="dcterms:W3CDTF">2021-11-26T13:22:16Z</dcterms:modified>
</cp:coreProperties>
</file>